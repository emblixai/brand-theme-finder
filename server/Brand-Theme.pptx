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 standalone="yes"?><a:theme xmlns:a="http://schemas.openxmlformats.org/drawingml/2006/main" name="Office Theme"><a:themeElements><a:clrScheme name="Office"><a:dk1><a:srgbClr val="0F1111"/></a:dk1></a:outerShdw></a:effectLst></a:effectStyle></a:effectStyleLst><a:bgFillStyleLst><a:solidFill><a:schemeClr val="phClr"/></a:solidFill><a:solidFill><a:schemeClr val="phClr"><a:tint val="95000"/><a:satMod val="170000"/></a:schemeClr></a:solidFill><a:gradFill rotWithShape="1"><a:gsLst><a:gs pos="0"><a:schemeClr val="phClr"><a:tint val="93000"/><a:satMod val="150000"/><a:shade val="98000"/><a:lumMod val="102000"/></a:schemeClr></a:gs><a:gs pos="50000"><a:schemeClr val="phClr"><a:tint val="98000"/><a:satMod val="130000"/><a:shade val="90000"/><a:lumMod val="103000"/></a:schemeClr></a:gs><a:gs pos="100000"><a:schemeClr val="phClr"><a:shade val="63000"/><a:satMod val="120000"/></a:schemeClr></a:gs></a:gsLst><a:lin ang="5400000" scaled="0"/></a:gradFill></a:bgFillStyleLst></a:fmtScheme></a:themeElements><a:objectDefaults/><a:extraClrSchemeLst/><a:extLst><a:ext uri="{05A4C25C-085E-4340-85A3-A5531E510DB2}"><thm15:themeFamily xmlns:thm15="http://schemas.microsoft.com/office/thememl/2012/main" name="Office Theme" id="{62F939B6-93AF-4DB8-9C6B-D6C7DFDC589F}" vid="{4A3C46E8-61CC-4603-A589-7422A47A8E4A}"/></a:ext></a:extLst>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Brand Theme</dc:title>
  <dc:subject>Brand colour theme</dc:subject>
  <dc:creator>Brand Theme Finder</dc:creator>
  <cp:lastModifiedBy>Brand Theme Finder</cp:lastModifiedBy>
  <cp:revision>1</cp:revision>
  <dcterms:created xsi:type="dcterms:W3CDTF">2026-08-17T12:32:22Z</dcterms:created>
  <dcterms:modified xsi:type="dcterms:W3CDTF">2026-08-17T12:32:22Z</dcterms:modified>
</cp:coreProperties>
</file>